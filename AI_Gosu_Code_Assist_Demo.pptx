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0837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Gosu Code Assist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Guidewire Development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AI for Guidewire | Proven Results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Challenge: Guidewire Development Complexity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E8E8E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914400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2588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Time-Consuming Tasks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166420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coding of repetitive Gosu patterns and entity definitions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solidFill>
            <a:srgbClr val="E8E8E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286000"/>
            <a:ext cx="73152" cy="914400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514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42316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Overhead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371600" y="276148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GUnit tests with custom frameworks and heavy mocking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E8E8E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383280"/>
            <a:ext cx="73152" cy="914400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6118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5204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Complexity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371600" y="385876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migration challenges and breaking changes detection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Gosu Code Assist: Built for Guidewire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371600"/>
          </a:xfrm>
          <a:prstGeom prst="rect">
            <a:avLst/>
          </a:prstGeom>
          <a:solidFill>
            <a:srgbClr val="E8E8E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73152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Gosu Code Generation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Entities, rules, type codes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188720"/>
            <a:ext cx="3931920" cy="1371600"/>
          </a:xfrm>
          <a:prstGeom prst="rect">
            <a:avLst/>
          </a:prstGeom>
          <a:solidFill>
            <a:srgbClr val="E8E8E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188720"/>
            <a:ext cx="3931920" cy="73152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4630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GUnit Test Creation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85216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&amp; unit tests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2834640"/>
            <a:ext cx="3931920" cy="1371600"/>
          </a:xfrm>
          <a:prstGeom prst="rect">
            <a:avLst/>
          </a:prstGeom>
          <a:solidFill>
            <a:srgbClr val="E8E8E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834640"/>
            <a:ext cx="3931920" cy="73152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10896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Chat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assistance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46320" y="2834640"/>
            <a:ext cx="3931920" cy="1371600"/>
          </a:xfrm>
          <a:prstGeom prst="rect">
            <a:avLst/>
          </a:prstGeom>
          <a:solidFill>
            <a:srgbClr val="E8E8E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2834640"/>
            <a:ext cx="3931920" cy="73152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10896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5216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Upgrades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85216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support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1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Generic AI Tool - Purpose-Built for Guidewire Alone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Value Proposition: From 10% to 40% Efficiency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3200400"/>
          </a:xfrm>
          <a:prstGeom prst="rect">
            <a:avLst/>
          </a:prstGeom>
          <a:solidFill>
            <a:srgbClr val="E8E8E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Capabilities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10%+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Gain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Gosu patterns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GUnit tests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upgrade scenarios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2560320"/>
            <a:ext cx="548640" cy="457200"/>
          </a:xfrm>
          <a:prstGeom prst="rightArrow">
            <a:avLst/>
          </a:prstGeom>
          <a:solidFill>
            <a:srgbClr val="FFD700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0" y="1188720"/>
            <a:ext cx="3657600" cy="3200400"/>
          </a:xfrm>
          <a:prstGeom prst="rect">
            <a:avLst/>
          </a:prstGeom>
          <a:solidFill>
            <a:srgbClr val="00000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Client Integration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1828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30-40%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502920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Per Task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0" y="30175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YOUR patterns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customizations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business logic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Proven Results: TFM Client Case Study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00" cy="13716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GUnit framework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Mockito reliance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integration tests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0" y="1554480"/>
            <a:ext cx="1920240" cy="13716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600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965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10-25%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 Savings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2011680"/>
            <a:ext cx="365760" cy="365760"/>
          </a:xfrm>
          <a:prstGeom prst="rightArrow">
            <a:avLst/>
          </a:prstGeom>
          <a:solidFill>
            <a:srgbClr val="FFD700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0880" y="1399032"/>
            <a:ext cx="1920240" cy="1527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600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1965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40-50%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040880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 Savings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Made the Difference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947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 their existing test suite and patterns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Customized for their Mockito configurations and test data builders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integration tests matching their exact standards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AI Gosu Code Assist is Different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E8E8E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822960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1887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Guidewire-Specific Intelligence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15087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exclusively for Guidewire - not a generic coding tool. Understands PolicyCenter, ClaimCenter, BillingCenter patterns.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solidFill>
            <a:srgbClr val="00000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057400"/>
            <a:ext cx="73152" cy="822960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2402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148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Task-Specific Specs Built-In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371600" y="24688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already embedded - developers don't need to explain Guidewire concepts or provide lengthy prompts.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E8E8E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017520"/>
            <a:ext cx="73152" cy="822960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004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1089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Safety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371600" y="34290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review and approve all generated code. AI assists, developers control the final output.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00000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977640"/>
            <a:ext cx="73152" cy="822960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16052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4069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AI Training Required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371600" y="43891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can start using it immediately. No specialized AI knowledge or prompt engineering skills needed.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Value &amp; ROI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645920"/>
          </a:xfrm>
          <a:prstGeom prst="rect">
            <a:avLst/>
          </a:prstGeom>
          <a:solidFill>
            <a:srgbClr val="00000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30-40%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Savings Per Task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codebase integration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651760" cy="1645920"/>
          </a:xfrm>
          <a:prstGeom prst="rect">
            <a:avLst/>
          </a:prstGeom>
          <a:solidFill>
            <a:srgbClr val="00000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52044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Time Reduction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integration tests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651760" cy="1645920"/>
          </a:xfrm>
          <a:prstGeom prst="rect">
            <a:avLst/>
          </a:prstGeom>
          <a:solidFill>
            <a:srgbClr val="00000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40080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Training Needed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productivity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Benefits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03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cloud migration and upgrades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technical debt through consistent code patterns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developer satisfaction and retention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Accelerated onboarding for new team members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Demo: What We'll Show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88720" y="1097280"/>
            <a:ext cx="7498080" cy="777240"/>
          </a:xfrm>
          <a:prstGeom prst="rect">
            <a:avLst/>
          </a:prstGeom>
          <a:solidFill>
            <a:srgbClr val="E8E8E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1887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Gosu Code Generation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5087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entity definitions and business rules from requirements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548640" cy="54864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188720" y="2011680"/>
            <a:ext cx="7498080" cy="777240"/>
          </a:xfrm>
          <a:prstGeom prst="rect">
            <a:avLst/>
          </a:prstGeom>
          <a:solidFill>
            <a:srgbClr val="E8E8E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21031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GUnit Test Creation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4231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comprehensive unit and integration tests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548640" cy="54864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88720" y="2926080"/>
            <a:ext cx="7498080" cy="777240"/>
          </a:xfrm>
          <a:prstGeom prst="rect">
            <a:avLst/>
          </a:prstGeom>
          <a:solidFill>
            <a:srgbClr val="E8E8E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71600" y="30175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Chat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3375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Guidewire-specific questions, get contextual answers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548640" cy="54864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188720" y="3840480"/>
            <a:ext cx="7498080" cy="777240"/>
          </a:xfrm>
          <a:prstGeom prst="rect">
            <a:avLst/>
          </a:prstGeom>
          <a:solidFill>
            <a:srgbClr val="E8E8E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371600" y="39319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Upgrade Assistant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2519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breaking changes and migration paths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Customize for Your Organization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3200400"/>
          </a:xfrm>
          <a:prstGeom prst="rect">
            <a:avLst/>
          </a:prstGeom>
          <a:solidFill>
            <a:srgbClr val="E8E8E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011680" cy="3657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your codebase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patterns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customizations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2011680" cy="3200400"/>
          </a:xfrm>
          <a:prstGeom prst="rect">
            <a:avLst/>
          </a:prstGeom>
          <a:solidFill>
            <a:srgbClr val="E8E8E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188720"/>
            <a:ext cx="2011680" cy="3657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6888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201168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your patterns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frameworks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2011680" cy="3200400"/>
          </a:xfrm>
          <a:prstGeom prst="rect">
            <a:avLst/>
          </a:prstGeom>
          <a:solidFill>
            <a:srgbClr val="E8E8E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88720"/>
            <a:ext cx="2011680" cy="3657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01168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with dev team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feedback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1188720"/>
            <a:ext cx="2011680" cy="3200400"/>
          </a:xfrm>
          <a:prstGeom prst="rect">
            <a:avLst/>
          </a:prstGeom>
          <a:solidFill>
            <a:srgbClr val="00000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1188720"/>
            <a:ext cx="2011680" cy="3657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95160" y="201168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team rollout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learning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Transform Your Guidewire Development?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2286000"/>
            <a:ext cx="5486400" cy="20116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103120" y="288036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hands-on workshop with your dev team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with 2-3 developers on real projects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your codebase for customization opportunities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success metrics and ROI tracking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discuss how we can achieve 30-40% efficiency gains for your team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487</Words>
  <Application>Microsoft Office PowerPoint</Application>
  <PresentationFormat>On-screen Show (16:9)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Gosu Code Assist - Client Demo</dc:title>
  <dc:subject>PptxGenJS Presentation</dc:subject>
  <dc:creator>YY</dc:creator>
  <cp:lastModifiedBy>vijayakrishnan n</cp:lastModifiedBy>
  <cp:revision>3</cp:revision>
  <dcterms:created xsi:type="dcterms:W3CDTF">2026-02-15T06:50:49Z</dcterms:created>
  <dcterms:modified xsi:type="dcterms:W3CDTF">2026-02-15T07:24:54Z</dcterms:modified>
</cp:coreProperties>
</file>